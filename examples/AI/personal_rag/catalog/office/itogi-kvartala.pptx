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Рост выручки на 12%. Основной рост — направление поддержки.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Автоматизация первичной обработки заявок.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